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handoutMasterIdLst>
    <p:handoutMasterId r:id="rId22"/>
  </p:handoutMasterIdLst>
  <p:sldIdLst>
    <p:sldId id="314" r:id="rId3"/>
    <p:sldId id="323" r:id="rId4"/>
    <p:sldId id="266" r:id="rId5"/>
    <p:sldId id="341" r:id="rId6"/>
    <p:sldId id="342" r:id="rId7"/>
    <p:sldId id="343" r:id="rId8"/>
    <p:sldId id="344" r:id="rId9"/>
    <p:sldId id="345" r:id="rId10"/>
    <p:sldId id="346" r:id="rId11"/>
    <p:sldId id="340" r:id="rId12"/>
    <p:sldId id="349" r:id="rId13"/>
    <p:sldId id="350" r:id="rId14"/>
    <p:sldId id="351" r:id="rId15"/>
    <p:sldId id="347" r:id="rId16"/>
    <p:sldId id="348" r:id="rId17"/>
    <p:sldId id="352" r:id="rId18"/>
    <p:sldId id="353" r:id="rId19"/>
    <p:sldId id="33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AA325D-79E3-4C19-8F66-88565874932B}" v="19" dt="2026-03-09T09:33:02.9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opathi Vinyasri" userId="4081f3b1c85f89af" providerId="LiveId" clId="{B127BFD3-1C5D-4FC7-BD02-CB7819EC05C9}"/>
    <pc:docChg chg="undo custSel addSld delSld modSld">
      <pc:chgData name="Dropathi Vinyasri" userId="4081f3b1c85f89af" providerId="LiveId" clId="{B127BFD3-1C5D-4FC7-BD02-CB7819EC05C9}" dt="2026-03-09T09:42:03.547" v="415" actId="1076"/>
      <pc:docMkLst>
        <pc:docMk/>
      </pc:docMkLst>
      <pc:sldChg chg="del">
        <pc:chgData name="Dropathi Vinyasri" userId="4081f3b1c85f89af" providerId="LiveId" clId="{B127BFD3-1C5D-4FC7-BD02-CB7819EC05C9}" dt="2026-03-09T08:11:43.985" v="344" actId="2696"/>
        <pc:sldMkLst>
          <pc:docMk/>
          <pc:sldMk cId="2851391703" sldId="261"/>
        </pc:sldMkLst>
      </pc:sldChg>
      <pc:sldChg chg="modSp mod">
        <pc:chgData name="Dropathi Vinyasri" userId="4081f3b1c85f89af" providerId="LiveId" clId="{B127BFD3-1C5D-4FC7-BD02-CB7819EC05C9}" dt="2026-03-09T08:11:30.597" v="343" actId="20577"/>
        <pc:sldMkLst>
          <pc:docMk/>
          <pc:sldMk cId="1017016331" sldId="314"/>
        </pc:sldMkLst>
        <pc:spChg chg="mod">
          <ac:chgData name="Dropathi Vinyasri" userId="4081f3b1c85f89af" providerId="LiveId" clId="{B127BFD3-1C5D-4FC7-BD02-CB7819EC05C9}" dt="2026-03-08T12:57:07.003" v="85" actId="20577"/>
          <ac:spMkLst>
            <pc:docMk/>
            <pc:sldMk cId="1017016331" sldId="314"/>
            <ac:spMk id="2" creationId="{3C500A09-BF95-A121-71A4-33FFE91ACA86}"/>
          </ac:spMkLst>
        </pc:spChg>
        <pc:spChg chg="mod">
          <ac:chgData name="Dropathi Vinyasri" userId="4081f3b1c85f89af" providerId="LiveId" clId="{B127BFD3-1C5D-4FC7-BD02-CB7819EC05C9}" dt="2026-03-09T08:11:10.235" v="319" actId="20577"/>
          <ac:spMkLst>
            <pc:docMk/>
            <pc:sldMk cId="1017016331" sldId="314"/>
            <ac:spMk id="3" creationId="{7AEAE0CE-45A1-A1FF-31F4-66CECAEF3059}"/>
          </ac:spMkLst>
        </pc:spChg>
        <pc:spChg chg="mod">
          <ac:chgData name="Dropathi Vinyasri" userId="4081f3b1c85f89af" providerId="LiveId" clId="{B127BFD3-1C5D-4FC7-BD02-CB7819EC05C9}" dt="2026-03-09T08:11:30.597" v="343" actId="20577"/>
          <ac:spMkLst>
            <pc:docMk/>
            <pc:sldMk cId="1017016331" sldId="314"/>
            <ac:spMk id="13" creationId="{3F9DE7D0-41AC-90DD-3065-235240261B1B}"/>
          </ac:spMkLst>
        </pc:spChg>
      </pc:sldChg>
      <pc:sldChg chg="del">
        <pc:chgData name="Dropathi Vinyasri" userId="4081f3b1c85f89af" providerId="LiveId" clId="{B127BFD3-1C5D-4FC7-BD02-CB7819EC05C9}" dt="2026-03-09T08:11:47.911" v="345" actId="2696"/>
        <pc:sldMkLst>
          <pc:docMk/>
          <pc:sldMk cId="326239331" sldId="322"/>
        </pc:sldMkLst>
      </pc:sldChg>
      <pc:sldChg chg="modSp mod">
        <pc:chgData name="Dropathi Vinyasri" userId="4081f3b1c85f89af" providerId="LiveId" clId="{B127BFD3-1C5D-4FC7-BD02-CB7819EC05C9}" dt="2026-03-09T07:52:49.989" v="179" actId="255"/>
        <pc:sldMkLst>
          <pc:docMk/>
          <pc:sldMk cId="2715783799" sldId="323"/>
        </pc:sldMkLst>
        <pc:spChg chg="mod">
          <ac:chgData name="Dropathi Vinyasri" userId="4081f3b1c85f89af" providerId="LiveId" clId="{B127BFD3-1C5D-4FC7-BD02-CB7819EC05C9}" dt="2026-03-09T07:52:49.989" v="179" actId="255"/>
          <ac:spMkLst>
            <pc:docMk/>
            <pc:sldMk cId="2715783799" sldId="323"/>
            <ac:spMk id="9" creationId="{0BAA4F36-AB00-F2C4-B47F-6381355DE604}"/>
          </ac:spMkLst>
        </pc:spChg>
      </pc:sldChg>
      <pc:sldChg chg="addSp delSp modSp mod">
        <pc:chgData name="Dropathi Vinyasri" userId="4081f3b1c85f89af" providerId="LiveId" clId="{B127BFD3-1C5D-4FC7-BD02-CB7819EC05C9}" dt="2026-03-08T13:00:01.014" v="170" actId="1076"/>
        <pc:sldMkLst>
          <pc:docMk/>
          <pc:sldMk cId="3431953712" sldId="340"/>
        </pc:sldMkLst>
        <pc:spChg chg="del">
          <ac:chgData name="Dropathi Vinyasri" userId="4081f3b1c85f89af" providerId="LiveId" clId="{B127BFD3-1C5D-4FC7-BD02-CB7819EC05C9}" dt="2026-03-08T12:59:18.546" v="162" actId="22"/>
          <ac:spMkLst>
            <pc:docMk/>
            <pc:sldMk cId="3431953712" sldId="340"/>
            <ac:spMk id="3" creationId="{D408550D-1730-34EA-8ABA-9BB036DE20DE}"/>
          </ac:spMkLst>
        </pc:spChg>
        <pc:picChg chg="add mod ord">
          <ac:chgData name="Dropathi Vinyasri" userId="4081f3b1c85f89af" providerId="LiveId" clId="{B127BFD3-1C5D-4FC7-BD02-CB7819EC05C9}" dt="2026-03-08T12:59:30.957" v="165" actId="14100"/>
          <ac:picMkLst>
            <pc:docMk/>
            <pc:sldMk cId="3431953712" sldId="340"/>
            <ac:picMk id="8" creationId="{5B19CDA4-ADEA-D349-C086-5BD37D44A810}"/>
          </ac:picMkLst>
        </pc:picChg>
        <pc:picChg chg="add mod">
          <ac:chgData name="Dropathi Vinyasri" userId="4081f3b1c85f89af" providerId="LiveId" clId="{B127BFD3-1C5D-4FC7-BD02-CB7819EC05C9}" dt="2026-03-08T13:00:01.014" v="170" actId="1076"/>
          <ac:picMkLst>
            <pc:docMk/>
            <pc:sldMk cId="3431953712" sldId="340"/>
            <ac:picMk id="10" creationId="{DA34023A-2FB7-F4B0-2F4F-EBE602495460}"/>
          </ac:picMkLst>
        </pc:picChg>
      </pc:sldChg>
      <pc:sldChg chg="modSp mod">
        <pc:chgData name="Dropathi Vinyasri" userId="4081f3b1c85f89af" providerId="LiveId" clId="{B127BFD3-1C5D-4FC7-BD02-CB7819EC05C9}" dt="2026-03-09T07:55:56.201" v="187" actId="255"/>
        <pc:sldMkLst>
          <pc:docMk/>
          <pc:sldMk cId="3205484866" sldId="341"/>
        </pc:sldMkLst>
        <pc:spChg chg="mod">
          <ac:chgData name="Dropathi Vinyasri" userId="4081f3b1c85f89af" providerId="LiveId" clId="{B127BFD3-1C5D-4FC7-BD02-CB7819EC05C9}" dt="2026-03-09T07:55:56.201" v="187" actId="255"/>
          <ac:spMkLst>
            <pc:docMk/>
            <pc:sldMk cId="3205484866" sldId="341"/>
            <ac:spMk id="9" creationId="{89135224-75FA-6942-7E71-50A315519F9D}"/>
          </ac:spMkLst>
        </pc:spChg>
      </pc:sldChg>
      <pc:sldChg chg="addSp delSp modSp mod">
        <pc:chgData name="Dropathi Vinyasri" userId="4081f3b1c85f89af" providerId="LiveId" clId="{B127BFD3-1C5D-4FC7-BD02-CB7819EC05C9}" dt="2026-03-09T09:29:13.012" v="357" actId="14100"/>
        <pc:sldMkLst>
          <pc:docMk/>
          <pc:sldMk cId="3489011149" sldId="342"/>
        </pc:sldMkLst>
        <pc:spChg chg="add del mod">
          <ac:chgData name="Dropathi Vinyasri" userId="4081f3b1c85f89af" providerId="LiveId" clId="{B127BFD3-1C5D-4FC7-BD02-CB7819EC05C9}" dt="2026-03-09T09:28:05.626" v="348"/>
          <ac:spMkLst>
            <pc:docMk/>
            <pc:sldMk cId="3489011149" sldId="342"/>
            <ac:spMk id="3" creationId="{29BB21B4-B7A6-496D-5BC3-2B68570B752D}"/>
          </ac:spMkLst>
        </pc:spChg>
        <pc:spChg chg="del mod">
          <ac:chgData name="Dropathi Vinyasri" userId="4081f3b1c85f89af" providerId="LiveId" clId="{B127BFD3-1C5D-4FC7-BD02-CB7819EC05C9}" dt="2026-03-09T09:27:56.825" v="347" actId="21"/>
          <ac:spMkLst>
            <pc:docMk/>
            <pc:sldMk cId="3489011149" sldId="342"/>
            <ac:spMk id="9" creationId="{BB15296F-156D-BE47-727B-C34C7CDD40D4}"/>
          </ac:spMkLst>
        </pc:spChg>
        <pc:spChg chg="add del mod">
          <ac:chgData name="Dropathi Vinyasri" userId="4081f3b1c85f89af" providerId="LiveId" clId="{B127BFD3-1C5D-4FC7-BD02-CB7819EC05C9}" dt="2026-03-09T09:28:16.973" v="350" actId="21"/>
          <ac:spMkLst>
            <pc:docMk/>
            <pc:sldMk cId="3489011149" sldId="342"/>
            <ac:spMk id="11" creationId="{D987F7B6-A126-050D-A716-91E27C08F5D5}"/>
          </ac:spMkLst>
        </pc:spChg>
        <pc:spChg chg="add del mod">
          <ac:chgData name="Dropathi Vinyasri" userId="4081f3b1c85f89af" providerId="LiveId" clId="{B127BFD3-1C5D-4FC7-BD02-CB7819EC05C9}" dt="2026-03-09T09:28:32.576" v="352" actId="21"/>
          <ac:spMkLst>
            <pc:docMk/>
            <pc:sldMk cId="3489011149" sldId="342"/>
            <ac:spMk id="12" creationId="{D987F7B6-A126-050D-A716-91E27C08F5D5}"/>
          </ac:spMkLst>
        </pc:spChg>
        <pc:spChg chg="add del mod">
          <ac:chgData name="Dropathi Vinyasri" userId="4081f3b1c85f89af" providerId="LiveId" clId="{B127BFD3-1C5D-4FC7-BD02-CB7819EC05C9}" dt="2026-03-09T09:28:40.252" v="354"/>
          <ac:spMkLst>
            <pc:docMk/>
            <pc:sldMk cId="3489011149" sldId="342"/>
            <ac:spMk id="13" creationId="{D987F7B6-A126-050D-A716-91E27C08F5D5}"/>
          </ac:spMkLst>
        </pc:spChg>
        <pc:picChg chg="add del mod">
          <ac:chgData name="Dropathi Vinyasri" userId="4081f3b1c85f89af" providerId="LiveId" clId="{B127BFD3-1C5D-4FC7-BD02-CB7819EC05C9}" dt="2026-03-09T09:28:10.862" v="349" actId="21"/>
          <ac:picMkLst>
            <pc:docMk/>
            <pc:sldMk cId="3489011149" sldId="342"/>
            <ac:picMk id="4" creationId="{D02D9737-A623-00A7-46F8-B636FEDF57CC}"/>
          </ac:picMkLst>
        </pc:picChg>
        <pc:picChg chg="add mod">
          <ac:chgData name="Dropathi Vinyasri" userId="4081f3b1c85f89af" providerId="LiveId" clId="{B127BFD3-1C5D-4FC7-BD02-CB7819EC05C9}" dt="2026-03-09T09:28:40.252" v="354"/>
          <ac:picMkLst>
            <pc:docMk/>
            <pc:sldMk cId="3489011149" sldId="342"/>
            <ac:picMk id="14" creationId="{29B6D81A-8029-B07E-3D78-7852257E79EF}"/>
          </ac:picMkLst>
        </pc:picChg>
        <pc:picChg chg="add mod">
          <ac:chgData name="Dropathi Vinyasri" userId="4081f3b1c85f89af" providerId="LiveId" clId="{B127BFD3-1C5D-4FC7-BD02-CB7819EC05C9}" dt="2026-03-09T09:29:13.012" v="357" actId="14100"/>
          <ac:picMkLst>
            <pc:docMk/>
            <pc:sldMk cId="3489011149" sldId="342"/>
            <ac:picMk id="16" creationId="{4C07F7BC-FCA3-6A7E-28CC-A3652B7B3FB1}"/>
          </ac:picMkLst>
        </pc:picChg>
      </pc:sldChg>
      <pc:sldChg chg="modSp mod">
        <pc:chgData name="Dropathi Vinyasri" userId="4081f3b1c85f89af" providerId="LiveId" clId="{B127BFD3-1C5D-4FC7-BD02-CB7819EC05C9}" dt="2026-03-09T07:55:41.843" v="186" actId="255"/>
        <pc:sldMkLst>
          <pc:docMk/>
          <pc:sldMk cId="4072965683" sldId="343"/>
        </pc:sldMkLst>
        <pc:spChg chg="mod">
          <ac:chgData name="Dropathi Vinyasri" userId="4081f3b1c85f89af" providerId="LiveId" clId="{B127BFD3-1C5D-4FC7-BD02-CB7819EC05C9}" dt="2026-03-09T07:55:41.843" v="186" actId="255"/>
          <ac:spMkLst>
            <pc:docMk/>
            <pc:sldMk cId="4072965683" sldId="343"/>
            <ac:spMk id="9" creationId="{1890F206-B37F-761D-F471-0BF91F889799}"/>
          </ac:spMkLst>
        </pc:spChg>
      </pc:sldChg>
      <pc:sldChg chg="modSp mod">
        <pc:chgData name="Dropathi Vinyasri" userId="4081f3b1c85f89af" providerId="LiveId" clId="{B127BFD3-1C5D-4FC7-BD02-CB7819EC05C9}" dt="2026-03-09T07:57:18.998" v="194" actId="255"/>
        <pc:sldMkLst>
          <pc:docMk/>
          <pc:sldMk cId="1263985989" sldId="344"/>
        </pc:sldMkLst>
        <pc:spChg chg="mod">
          <ac:chgData name="Dropathi Vinyasri" userId="4081f3b1c85f89af" providerId="LiveId" clId="{B127BFD3-1C5D-4FC7-BD02-CB7819EC05C9}" dt="2026-03-09T07:57:18.998" v="194" actId="255"/>
          <ac:spMkLst>
            <pc:docMk/>
            <pc:sldMk cId="1263985989" sldId="344"/>
            <ac:spMk id="9" creationId="{363C44B8-E8B6-5D9D-90FF-ECD825D72DFC}"/>
          </ac:spMkLst>
        </pc:spChg>
      </pc:sldChg>
      <pc:sldChg chg="modSp mod">
        <pc:chgData name="Dropathi Vinyasri" userId="4081f3b1c85f89af" providerId="LiveId" clId="{B127BFD3-1C5D-4FC7-BD02-CB7819EC05C9}" dt="2026-03-09T07:57:48.120" v="207" actId="113"/>
        <pc:sldMkLst>
          <pc:docMk/>
          <pc:sldMk cId="1906946512" sldId="345"/>
        </pc:sldMkLst>
        <pc:spChg chg="mod">
          <ac:chgData name="Dropathi Vinyasri" userId="4081f3b1c85f89af" providerId="LiveId" clId="{B127BFD3-1C5D-4FC7-BD02-CB7819EC05C9}" dt="2026-03-09T07:57:48.120" v="207" actId="113"/>
          <ac:spMkLst>
            <pc:docMk/>
            <pc:sldMk cId="1906946512" sldId="345"/>
            <ac:spMk id="9" creationId="{8769557B-A6AB-F48D-9A16-51F755A17BB7}"/>
          </ac:spMkLst>
        </pc:spChg>
      </pc:sldChg>
      <pc:sldChg chg="modSp mod">
        <pc:chgData name="Dropathi Vinyasri" userId="4081f3b1c85f89af" providerId="LiveId" clId="{B127BFD3-1C5D-4FC7-BD02-CB7819EC05C9}" dt="2026-03-09T07:58:15.056" v="227" actId="20577"/>
        <pc:sldMkLst>
          <pc:docMk/>
          <pc:sldMk cId="344365824" sldId="346"/>
        </pc:sldMkLst>
        <pc:spChg chg="mod">
          <ac:chgData name="Dropathi Vinyasri" userId="4081f3b1c85f89af" providerId="LiveId" clId="{B127BFD3-1C5D-4FC7-BD02-CB7819EC05C9}" dt="2026-03-09T07:58:15.056" v="227" actId="20577"/>
          <ac:spMkLst>
            <pc:docMk/>
            <pc:sldMk cId="344365824" sldId="346"/>
            <ac:spMk id="9" creationId="{6726AE93-69A8-DC85-DA45-05F4D66EF996}"/>
          </ac:spMkLst>
        </pc:spChg>
      </pc:sldChg>
      <pc:sldChg chg="modSp mod">
        <pc:chgData name="Dropathi Vinyasri" userId="4081f3b1c85f89af" providerId="LiveId" clId="{B127BFD3-1C5D-4FC7-BD02-CB7819EC05C9}" dt="2026-03-09T07:59:28.385" v="245" actId="255"/>
        <pc:sldMkLst>
          <pc:docMk/>
          <pc:sldMk cId="2858912175" sldId="347"/>
        </pc:sldMkLst>
        <pc:spChg chg="mod">
          <ac:chgData name="Dropathi Vinyasri" userId="4081f3b1c85f89af" providerId="LiveId" clId="{B127BFD3-1C5D-4FC7-BD02-CB7819EC05C9}" dt="2026-03-09T07:59:28.385" v="245" actId="255"/>
          <ac:spMkLst>
            <pc:docMk/>
            <pc:sldMk cId="2858912175" sldId="347"/>
            <ac:spMk id="9" creationId="{956E9376-CB4B-895B-7B5C-D2F5AAED7494}"/>
          </ac:spMkLst>
        </pc:spChg>
      </pc:sldChg>
      <pc:sldChg chg="addSp delSp modSp mod">
        <pc:chgData name="Dropathi Vinyasri" userId="4081f3b1c85f89af" providerId="LiveId" clId="{B127BFD3-1C5D-4FC7-BD02-CB7819EC05C9}" dt="2026-03-09T09:32:04.589" v="377" actId="14100"/>
        <pc:sldMkLst>
          <pc:docMk/>
          <pc:sldMk cId="2357471992" sldId="348"/>
        </pc:sldMkLst>
        <pc:spChg chg="del mod">
          <ac:chgData name="Dropathi Vinyasri" userId="4081f3b1c85f89af" providerId="LiveId" clId="{B127BFD3-1C5D-4FC7-BD02-CB7819EC05C9}" dt="2026-03-09T09:31:08.622" v="360"/>
          <ac:spMkLst>
            <pc:docMk/>
            <pc:sldMk cId="2357471992" sldId="348"/>
            <ac:spMk id="3" creationId="{81383DFD-4145-46B6-BA5B-4C9D68B54059}"/>
          </ac:spMkLst>
        </pc:spChg>
        <pc:spChg chg="add del mod">
          <ac:chgData name="Dropathi Vinyasri" userId="4081f3b1c85f89af" providerId="LiveId" clId="{B127BFD3-1C5D-4FC7-BD02-CB7819EC05C9}" dt="2026-03-09T09:31:09.735" v="361" actId="478"/>
          <ac:spMkLst>
            <pc:docMk/>
            <pc:sldMk cId="2357471992" sldId="348"/>
            <ac:spMk id="7" creationId="{D88BC11E-23BF-6E64-E530-18CE1DF00C75}"/>
          </ac:spMkLst>
        </pc:spChg>
        <pc:spChg chg="add del mod">
          <ac:chgData name="Dropathi Vinyasri" userId="4081f3b1c85f89af" providerId="LiveId" clId="{B127BFD3-1C5D-4FC7-BD02-CB7819EC05C9}" dt="2026-03-09T09:31:18.017" v="364" actId="21"/>
          <ac:spMkLst>
            <pc:docMk/>
            <pc:sldMk cId="2357471992" sldId="348"/>
            <ac:spMk id="8" creationId="{7AE0826A-D372-06DB-356C-3FFACDB2B12C}"/>
          </ac:spMkLst>
        </pc:spChg>
        <pc:picChg chg="add mod">
          <ac:chgData name="Dropathi Vinyasri" userId="4081f3b1c85f89af" providerId="LiveId" clId="{B127BFD3-1C5D-4FC7-BD02-CB7819EC05C9}" dt="2026-03-09T09:31:42.598" v="371" actId="14100"/>
          <ac:picMkLst>
            <pc:docMk/>
            <pc:sldMk cId="2357471992" sldId="348"/>
            <ac:picMk id="10" creationId="{E5EFF3AF-6C2F-9071-F460-4C31210F6111}"/>
          </ac:picMkLst>
        </pc:picChg>
        <pc:picChg chg="add mod">
          <ac:chgData name="Dropathi Vinyasri" userId="4081f3b1c85f89af" providerId="LiveId" clId="{B127BFD3-1C5D-4FC7-BD02-CB7819EC05C9}" dt="2026-03-09T09:32:04.589" v="377" actId="14100"/>
          <ac:picMkLst>
            <pc:docMk/>
            <pc:sldMk cId="2357471992" sldId="348"/>
            <ac:picMk id="12" creationId="{8961574D-0A4B-BFAE-3A24-4613BB4A95B1}"/>
          </ac:picMkLst>
        </pc:picChg>
      </pc:sldChg>
      <pc:sldChg chg="addSp delSp modSp new mod">
        <pc:chgData name="Dropathi Vinyasri" userId="4081f3b1c85f89af" providerId="LiveId" clId="{B127BFD3-1C5D-4FC7-BD02-CB7819EC05C9}" dt="2026-03-09T08:10:10.243" v="293" actId="20577"/>
        <pc:sldMkLst>
          <pc:docMk/>
          <pc:sldMk cId="2953137839" sldId="349"/>
        </pc:sldMkLst>
        <pc:spChg chg="del">
          <ac:chgData name="Dropathi Vinyasri" userId="4081f3b1c85f89af" providerId="LiveId" clId="{B127BFD3-1C5D-4FC7-BD02-CB7819EC05C9}" dt="2026-03-09T08:02:31.466" v="251" actId="21"/>
          <ac:spMkLst>
            <pc:docMk/>
            <pc:sldMk cId="2953137839" sldId="349"/>
            <ac:spMk id="2" creationId="{8A88B652-3325-87B9-21DF-DCBF2715DBBD}"/>
          </ac:spMkLst>
        </pc:spChg>
        <pc:spChg chg="del">
          <ac:chgData name="Dropathi Vinyasri" userId="4081f3b1c85f89af" providerId="LiveId" clId="{B127BFD3-1C5D-4FC7-BD02-CB7819EC05C9}" dt="2026-03-09T08:02:12.424" v="246" actId="22"/>
          <ac:spMkLst>
            <pc:docMk/>
            <pc:sldMk cId="2953137839" sldId="349"/>
            <ac:spMk id="3" creationId="{830FCE3D-5BAD-749C-74E0-465ED8D9C77C}"/>
          </ac:spMkLst>
        </pc:spChg>
        <pc:spChg chg="add mod">
          <ac:chgData name="Dropathi Vinyasri" userId="4081f3b1c85f89af" providerId="LiveId" clId="{B127BFD3-1C5D-4FC7-BD02-CB7819EC05C9}" dt="2026-03-09T08:10:10.243" v="293" actId="20577"/>
          <ac:spMkLst>
            <pc:docMk/>
            <pc:sldMk cId="2953137839" sldId="349"/>
            <ac:spMk id="11" creationId="{AE05459F-0A42-D62B-3882-F49151650641}"/>
          </ac:spMkLst>
        </pc:spChg>
        <pc:picChg chg="add mod ord">
          <ac:chgData name="Dropathi Vinyasri" userId="4081f3b1c85f89af" providerId="LiveId" clId="{B127BFD3-1C5D-4FC7-BD02-CB7819EC05C9}" dt="2026-03-09T08:08:22.094" v="286" actId="1076"/>
          <ac:picMkLst>
            <pc:docMk/>
            <pc:sldMk cId="2953137839" sldId="349"/>
            <ac:picMk id="8" creationId="{1A27C9A7-F530-E634-1B99-4A3687935097}"/>
          </ac:picMkLst>
        </pc:picChg>
        <pc:picChg chg="add mod">
          <ac:chgData name="Dropathi Vinyasri" userId="4081f3b1c85f89af" providerId="LiveId" clId="{B127BFD3-1C5D-4FC7-BD02-CB7819EC05C9}" dt="2026-03-09T08:08:23.802" v="287" actId="1076"/>
          <ac:picMkLst>
            <pc:docMk/>
            <pc:sldMk cId="2953137839" sldId="349"/>
            <ac:picMk id="10" creationId="{987ABCB9-2471-9E8E-DB96-9F62387121FC}"/>
          </ac:picMkLst>
        </pc:picChg>
      </pc:sldChg>
      <pc:sldChg chg="addSp modSp new mod">
        <pc:chgData name="Dropathi Vinyasri" userId="4081f3b1c85f89af" providerId="LiveId" clId="{B127BFD3-1C5D-4FC7-BD02-CB7819EC05C9}" dt="2026-03-09T08:10:40.516" v="303" actId="1076"/>
        <pc:sldMkLst>
          <pc:docMk/>
          <pc:sldMk cId="3268464914" sldId="350"/>
        </pc:sldMkLst>
        <pc:spChg chg="add mod">
          <ac:chgData name="Dropathi Vinyasri" userId="4081f3b1c85f89af" providerId="LiveId" clId="{B127BFD3-1C5D-4FC7-BD02-CB7819EC05C9}" dt="2026-03-09T08:10:40.516" v="303" actId="1076"/>
          <ac:spMkLst>
            <pc:docMk/>
            <pc:sldMk cId="3268464914" sldId="350"/>
            <ac:spMk id="9" creationId="{9C88DD5A-1745-7BCA-1924-C7774EA7F4A3}"/>
          </ac:spMkLst>
        </pc:spChg>
        <pc:picChg chg="add mod">
          <ac:chgData name="Dropathi Vinyasri" userId="4081f3b1c85f89af" providerId="LiveId" clId="{B127BFD3-1C5D-4FC7-BD02-CB7819EC05C9}" dt="2026-03-09T08:10:15.598" v="294" actId="1076"/>
          <ac:picMkLst>
            <pc:docMk/>
            <pc:sldMk cId="3268464914" sldId="350"/>
            <ac:picMk id="6" creationId="{9570F55E-5A3C-76E0-66B7-48B635B3601C}"/>
          </ac:picMkLst>
        </pc:picChg>
        <pc:picChg chg="add mod">
          <ac:chgData name="Dropathi Vinyasri" userId="4081f3b1c85f89af" providerId="LiveId" clId="{B127BFD3-1C5D-4FC7-BD02-CB7819EC05C9}" dt="2026-03-09T08:10:17.501" v="295" actId="1076"/>
          <ac:picMkLst>
            <pc:docMk/>
            <pc:sldMk cId="3268464914" sldId="350"/>
            <ac:picMk id="8" creationId="{71FBB70C-1370-5E60-4F26-F06998697C78}"/>
          </ac:picMkLst>
        </pc:picChg>
      </pc:sldChg>
      <pc:sldChg chg="addSp modSp new mod">
        <pc:chgData name="Dropathi Vinyasri" userId="4081f3b1c85f89af" providerId="LiveId" clId="{B127BFD3-1C5D-4FC7-BD02-CB7819EC05C9}" dt="2026-03-09T08:10:59.290" v="312" actId="20577"/>
        <pc:sldMkLst>
          <pc:docMk/>
          <pc:sldMk cId="2419388966" sldId="351"/>
        </pc:sldMkLst>
        <pc:spChg chg="add mod">
          <ac:chgData name="Dropathi Vinyasri" userId="4081f3b1c85f89af" providerId="LiveId" clId="{B127BFD3-1C5D-4FC7-BD02-CB7819EC05C9}" dt="2026-03-09T08:10:59.290" v="312" actId="20577"/>
          <ac:spMkLst>
            <pc:docMk/>
            <pc:sldMk cId="2419388966" sldId="351"/>
            <ac:spMk id="9" creationId="{8EBD027B-CA08-158B-324E-391FE34D9475}"/>
          </ac:spMkLst>
        </pc:spChg>
        <pc:picChg chg="add mod">
          <ac:chgData name="Dropathi Vinyasri" userId="4081f3b1c85f89af" providerId="LiveId" clId="{B127BFD3-1C5D-4FC7-BD02-CB7819EC05C9}" dt="2026-03-09T08:10:49.730" v="305" actId="1076"/>
          <ac:picMkLst>
            <pc:docMk/>
            <pc:sldMk cId="2419388966" sldId="351"/>
            <ac:picMk id="6" creationId="{E9AC59EF-AC64-5949-AA20-E3C8924A0C58}"/>
          </ac:picMkLst>
        </pc:picChg>
        <pc:picChg chg="add mod">
          <ac:chgData name="Dropathi Vinyasri" userId="4081f3b1c85f89af" providerId="LiveId" clId="{B127BFD3-1C5D-4FC7-BD02-CB7819EC05C9}" dt="2026-03-09T08:10:52.155" v="306" actId="1076"/>
          <ac:picMkLst>
            <pc:docMk/>
            <pc:sldMk cId="2419388966" sldId="351"/>
            <ac:picMk id="8" creationId="{AEBDA700-C0A1-8B0D-0CE2-9EB8D52909A9}"/>
          </ac:picMkLst>
        </pc:picChg>
      </pc:sldChg>
      <pc:sldChg chg="addSp delSp modSp new mod modClrScheme chgLayout">
        <pc:chgData name="Dropathi Vinyasri" userId="4081f3b1c85f89af" providerId="LiveId" clId="{B127BFD3-1C5D-4FC7-BD02-CB7819EC05C9}" dt="2026-03-09T09:34:50.986" v="407" actId="14100"/>
        <pc:sldMkLst>
          <pc:docMk/>
          <pc:sldMk cId="1368464786" sldId="352"/>
        </pc:sldMkLst>
        <pc:spChg chg="del">
          <ac:chgData name="Dropathi Vinyasri" userId="4081f3b1c85f89af" providerId="LiveId" clId="{B127BFD3-1C5D-4FC7-BD02-CB7819EC05C9}" dt="2026-03-09T09:32:30.288" v="379" actId="700"/>
          <ac:spMkLst>
            <pc:docMk/>
            <pc:sldMk cId="1368464786" sldId="352"/>
            <ac:spMk id="2" creationId="{B5BF5945-2D61-BD11-6708-4213C2325EFF}"/>
          </ac:spMkLst>
        </pc:spChg>
        <pc:spChg chg="del">
          <ac:chgData name="Dropathi Vinyasri" userId="4081f3b1c85f89af" providerId="LiveId" clId="{B127BFD3-1C5D-4FC7-BD02-CB7819EC05C9}" dt="2026-03-09T09:32:30.288" v="379" actId="700"/>
          <ac:spMkLst>
            <pc:docMk/>
            <pc:sldMk cId="1368464786" sldId="352"/>
            <ac:spMk id="3" creationId="{776102B9-3FA8-8FF2-FD9E-E3F651A6680D}"/>
          </ac:spMkLst>
        </pc:spChg>
        <pc:spChg chg="mod ord">
          <ac:chgData name="Dropathi Vinyasri" userId="4081f3b1c85f89af" providerId="LiveId" clId="{B127BFD3-1C5D-4FC7-BD02-CB7819EC05C9}" dt="2026-03-09T09:32:49.082" v="383" actId="700"/>
          <ac:spMkLst>
            <pc:docMk/>
            <pc:sldMk cId="1368464786" sldId="352"/>
            <ac:spMk id="4" creationId="{36618873-164F-4503-42AF-B51E6E4B52C4}"/>
          </ac:spMkLst>
        </pc:spChg>
        <pc:spChg chg="mod ord">
          <ac:chgData name="Dropathi Vinyasri" userId="4081f3b1c85f89af" providerId="LiveId" clId="{B127BFD3-1C5D-4FC7-BD02-CB7819EC05C9}" dt="2026-03-09T09:32:49.082" v="383" actId="700"/>
          <ac:spMkLst>
            <pc:docMk/>
            <pc:sldMk cId="1368464786" sldId="352"/>
            <ac:spMk id="5" creationId="{BBAE66A6-5B23-6CA6-4788-A9F3018FF8CD}"/>
          </ac:spMkLst>
        </pc:spChg>
        <pc:spChg chg="mod ord">
          <ac:chgData name="Dropathi Vinyasri" userId="4081f3b1c85f89af" providerId="LiveId" clId="{B127BFD3-1C5D-4FC7-BD02-CB7819EC05C9}" dt="2026-03-09T09:32:49.082" v="383" actId="700"/>
          <ac:spMkLst>
            <pc:docMk/>
            <pc:sldMk cId="1368464786" sldId="352"/>
            <ac:spMk id="6" creationId="{2F919DFE-3470-BB7D-EE34-0EF44DA5E3D4}"/>
          </ac:spMkLst>
        </pc:spChg>
        <pc:spChg chg="add mod ord">
          <ac:chgData name="Dropathi Vinyasri" userId="4081f3b1c85f89af" providerId="LiveId" clId="{B127BFD3-1C5D-4FC7-BD02-CB7819EC05C9}" dt="2026-03-09T09:33:47.951" v="392" actId="20577"/>
          <ac:spMkLst>
            <pc:docMk/>
            <pc:sldMk cId="1368464786" sldId="352"/>
            <ac:spMk id="9" creationId="{C8AAB5BC-F29C-9B3A-22AA-FFDB9CA6F6A0}"/>
          </ac:spMkLst>
        </pc:spChg>
        <pc:picChg chg="add del mod">
          <ac:chgData name="Dropathi Vinyasri" userId="4081f3b1c85f89af" providerId="LiveId" clId="{B127BFD3-1C5D-4FC7-BD02-CB7819EC05C9}" dt="2026-03-09T09:32:40.014" v="382" actId="21"/>
          <ac:picMkLst>
            <pc:docMk/>
            <pc:sldMk cId="1368464786" sldId="352"/>
            <ac:picMk id="8" creationId="{C5ED3CE7-72ED-F36F-3E5F-C46D38C1593C}"/>
          </ac:picMkLst>
        </pc:picChg>
        <pc:picChg chg="add del mod">
          <ac:chgData name="Dropathi Vinyasri" userId="4081f3b1c85f89af" providerId="LiveId" clId="{B127BFD3-1C5D-4FC7-BD02-CB7819EC05C9}" dt="2026-03-09T09:32:53.563" v="385" actId="21"/>
          <ac:picMkLst>
            <pc:docMk/>
            <pc:sldMk cId="1368464786" sldId="352"/>
            <ac:picMk id="10" creationId="{C5ED3CE7-72ED-F36F-3E5F-C46D38C1593C}"/>
          </ac:picMkLst>
        </pc:picChg>
        <pc:picChg chg="add mod">
          <ac:chgData name="Dropathi Vinyasri" userId="4081f3b1c85f89af" providerId="LiveId" clId="{B127BFD3-1C5D-4FC7-BD02-CB7819EC05C9}" dt="2026-03-09T09:34:22.168" v="399" actId="1076"/>
          <ac:picMkLst>
            <pc:docMk/>
            <pc:sldMk cId="1368464786" sldId="352"/>
            <ac:picMk id="12" creationId="{C1090263-0191-2444-05EC-7CEB338D49FC}"/>
          </ac:picMkLst>
        </pc:picChg>
        <pc:picChg chg="add mod">
          <ac:chgData name="Dropathi Vinyasri" userId="4081f3b1c85f89af" providerId="LiveId" clId="{B127BFD3-1C5D-4FC7-BD02-CB7819EC05C9}" dt="2026-03-09T09:34:50.986" v="407" actId="14100"/>
          <ac:picMkLst>
            <pc:docMk/>
            <pc:sldMk cId="1368464786" sldId="352"/>
            <ac:picMk id="14" creationId="{9FF1BFF2-C4B8-5D11-4FC7-BA7926F68C2A}"/>
          </ac:picMkLst>
        </pc:picChg>
      </pc:sldChg>
      <pc:sldChg chg="addSp delSp modSp add mod">
        <pc:chgData name="Dropathi Vinyasri" userId="4081f3b1c85f89af" providerId="LiveId" clId="{B127BFD3-1C5D-4FC7-BD02-CB7819EC05C9}" dt="2026-03-09T09:42:03.547" v="415" actId="1076"/>
        <pc:sldMkLst>
          <pc:docMk/>
          <pc:sldMk cId="67914687" sldId="353"/>
        </pc:sldMkLst>
        <pc:picChg chg="add mod">
          <ac:chgData name="Dropathi Vinyasri" userId="4081f3b1c85f89af" providerId="LiveId" clId="{B127BFD3-1C5D-4FC7-BD02-CB7819EC05C9}" dt="2026-03-09T09:42:03.547" v="415" actId="1076"/>
          <ac:picMkLst>
            <pc:docMk/>
            <pc:sldMk cId="67914687" sldId="353"/>
            <ac:picMk id="3" creationId="{9AAB78D6-4334-3403-541D-CDEE78B85B68}"/>
          </ac:picMkLst>
        </pc:picChg>
        <pc:picChg chg="del">
          <ac:chgData name="Dropathi Vinyasri" userId="4081f3b1c85f89af" providerId="LiveId" clId="{B127BFD3-1C5D-4FC7-BD02-CB7819EC05C9}" dt="2026-03-09T09:41:19.178" v="409" actId="21"/>
          <ac:picMkLst>
            <pc:docMk/>
            <pc:sldMk cId="67914687" sldId="353"/>
            <ac:picMk id="12" creationId="{0DEE3893-BACC-8622-6BA0-D52935FFB7EC}"/>
          </ac:picMkLst>
        </pc:picChg>
        <pc:picChg chg="del">
          <ac:chgData name="Dropathi Vinyasri" userId="4081f3b1c85f89af" providerId="LiveId" clId="{B127BFD3-1C5D-4FC7-BD02-CB7819EC05C9}" dt="2026-03-09T09:41:21.588" v="410" actId="21"/>
          <ac:picMkLst>
            <pc:docMk/>
            <pc:sldMk cId="67914687" sldId="353"/>
            <ac:picMk id="14" creationId="{71203C3F-5654-8375-6104-07E1D9D047F9}"/>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The Market Place For Human Wisdom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D. Venya Sri</a:t>
            </a:r>
          </a:p>
          <a:p>
            <a:pPr marL="0" indent="0" algn="ctr">
              <a:buNone/>
            </a:pPr>
            <a:r>
              <a:rPr lang="en-US" sz="9600" dirty="0"/>
              <a:t>Student ID: 2520030531</a:t>
            </a:r>
            <a:endParaRPr lang="en-US" sz="2400" dirty="0"/>
          </a:p>
          <a:p>
            <a:pPr marL="0" indent="0" algn="ctr">
              <a:buNone/>
            </a:pPr>
            <a:r>
              <a:rPr lang="en-US" sz="11200" dirty="0"/>
              <a:t>Cluster:1</a:t>
            </a:r>
          </a:p>
          <a:p>
            <a:pPr marL="0" indent="0" algn="ctr">
              <a:buNone/>
            </a:pPr>
            <a:r>
              <a:rPr lang="en-US" sz="11200" dirty="0"/>
              <a:t>Section: 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Jayaram Boga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The Marketplace of Human Wisdom proposes a paradigm shift in knowledge acquisition by establishing a decentralized, peer-to-peer platform dedicated to the exchange of lived experience rather than static information. Envisioned as a global "Living Library," the project connects individuals for live, one-on-one interactions, operating on the foundational belief that every individual possesses unique mastery—from technical skills to life transitions—that constitutes valuable intellectual capital. Distinct from traditional learning management systems, this platform utilizes a time-banking economy where users trade time equitably through "Wisdom Coins," thereby democratizing access to mentorship across socioeconomic divides. By prioritizing authentic human connection over algorithmic content generation, the project seeks to preserve and propagate the nuance of human wisdom, creating visible lineages of knowledge transfer that demonstrate that, even in the age of Artificial Intelligence, human perspective remains the world's most valuable asset.</a:t>
            </a:r>
            <a:endParaRPr lang="en-IN" sz="2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457200" lvl="1" indent="-339725" algn="just"/>
            <a:r>
              <a:rPr lang="en-US" dirty="0"/>
              <a:t>Learning mainly through online courses and tutorials</a:t>
            </a:r>
          </a:p>
          <a:p>
            <a:pPr marL="457200" lvl="1" indent="-339725" algn="just"/>
            <a:r>
              <a:rPr lang="en-US" dirty="0"/>
              <a:t>Limited personal interaction with experienced mentors</a:t>
            </a:r>
          </a:p>
          <a:p>
            <a:pPr marL="457200" lvl="1" indent="-339725" algn="just"/>
            <a:r>
              <a:rPr lang="en-US" dirty="0"/>
              <a:t>Knowledge mainly theoretical and information-based</a:t>
            </a:r>
          </a:p>
          <a:p>
            <a:pPr marL="457200" lvl="1" indent="-339725" algn="just"/>
            <a:r>
              <a:rPr lang="en-US" dirty="0"/>
              <a:t>Mentorship platforms are often expensive</a:t>
            </a:r>
          </a:p>
          <a:p>
            <a:pPr marL="457200" lvl="1" indent="-339725" algn="just"/>
            <a:r>
              <a:rPr lang="en-US" dirty="0"/>
              <a:t>No structured system for exchanging real life experiences</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r>
              <a:rPr lang="en-US" sz="2400" dirty="0"/>
              <a:t>A decentralized platform for exchanging human wisdom</a:t>
            </a:r>
          </a:p>
          <a:p>
            <a:r>
              <a:rPr lang="en-US" sz="2400" dirty="0"/>
              <a:t>Users act as both mentors and learners</a:t>
            </a:r>
          </a:p>
          <a:p>
            <a:r>
              <a:rPr lang="en-US" sz="2400" dirty="0"/>
              <a:t>Live interaction enables practical knowledge sharing</a:t>
            </a:r>
          </a:p>
          <a:p>
            <a:r>
              <a:rPr lang="en-US" sz="2400" dirty="0"/>
              <a:t>Wisdom Coins used for time-based knowledge exchange</a:t>
            </a:r>
          </a:p>
          <a:p>
            <a:r>
              <a:rPr lang="en-US" sz="2400" dirty="0"/>
              <a:t>Builds a community driven learning ecosystem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14" name="Content Placeholder 13">
            <a:extLst>
              <a:ext uri="{FF2B5EF4-FFF2-40B4-BE49-F238E27FC236}">
                <a16:creationId xmlns:a16="http://schemas.microsoft.com/office/drawing/2014/main" id="{29B6D81A-8029-B07E-3D78-7852257E79EF}"/>
              </a:ext>
            </a:extLst>
          </p:cNvPr>
          <p:cNvPicPr>
            <a:picLocks noGrp="1" noChangeAspect="1"/>
          </p:cNvPicPr>
          <p:nvPr>
            <p:ph idx="1"/>
          </p:nvPr>
        </p:nvPicPr>
        <p:blipFill>
          <a:blip r:embed="rId2"/>
          <a:stretch>
            <a:fillRect/>
          </a:stretch>
        </p:blipFill>
        <p:spPr>
          <a:xfrm>
            <a:off x="839657" y="1825625"/>
            <a:ext cx="10512686" cy="4351338"/>
          </a:xfrm>
          <a:prstGeom prst="rect">
            <a:avLst/>
          </a:prstGeom>
        </p:spPr>
      </p:pic>
      <p:pic>
        <p:nvPicPr>
          <p:cNvPr id="16" name="Picture 15">
            <a:extLst>
              <a:ext uri="{FF2B5EF4-FFF2-40B4-BE49-F238E27FC236}">
                <a16:creationId xmlns:a16="http://schemas.microsoft.com/office/drawing/2014/main" id="{4C07F7BC-FCA3-6A7E-28CC-A3652B7B3FB1}"/>
              </a:ext>
            </a:extLst>
          </p:cNvPr>
          <p:cNvPicPr>
            <a:picLocks noChangeAspect="1"/>
          </p:cNvPicPr>
          <p:nvPr/>
        </p:nvPicPr>
        <p:blipFill>
          <a:blip r:embed="rId3"/>
          <a:stretch>
            <a:fillRect/>
          </a:stretch>
        </p:blipFill>
        <p:spPr>
          <a:xfrm>
            <a:off x="3810000" y="1418252"/>
            <a:ext cx="4572000" cy="5439747"/>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a:bodyPr>
          <a:lstStyle/>
          <a:p>
            <a:r>
              <a:rPr lang="en-US" dirty="0">
                <a:solidFill>
                  <a:srgbClr val="0D0D0D"/>
                </a:solidFill>
                <a:latin typeface="ui-sans-serif"/>
              </a:rPr>
              <a:t> </a:t>
            </a:r>
            <a:r>
              <a:rPr lang="en-US" sz="2400" dirty="0">
                <a:solidFill>
                  <a:srgbClr val="0D0D0D"/>
                </a:solidFill>
                <a:latin typeface="ui-sans-serif"/>
              </a:rPr>
              <a:t>User Authentication Module – Login and profile management</a:t>
            </a:r>
          </a:p>
          <a:p>
            <a:r>
              <a:rPr lang="en-US" sz="2400" dirty="0">
                <a:solidFill>
                  <a:srgbClr val="0D0D0D"/>
                </a:solidFill>
                <a:latin typeface="ui-sans-serif"/>
              </a:rPr>
              <a:t>Human Library Module – List of mentors and expertise</a:t>
            </a:r>
          </a:p>
          <a:p>
            <a:r>
              <a:rPr lang="en-US" sz="2400" dirty="0">
                <a:solidFill>
                  <a:srgbClr val="0D0D0D"/>
                </a:solidFill>
                <a:latin typeface="ui-sans-serif"/>
              </a:rPr>
              <a:t>Session Booking Module – Borrow experience using coins</a:t>
            </a:r>
          </a:p>
          <a:p>
            <a:r>
              <a:rPr lang="en-US" sz="2400" dirty="0">
                <a:solidFill>
                  <a:srgbClr val="0D0D0D"/>
                </a:solidFill>
                <a:latin typeface="ui-sans-serif"/>
              </a:rPr>
              <a:t>Wisdom Coin Wallet Module – Tracks knowledge exchange</a:t>
            </a:r>
          </a:p>
          <a:p>
            <a:r>
              <a:rPr lang="en-US" sz="2400" dirty="0">
                <a:solidFill>
                  <a:srgbClr val="0D0D0D"/>
                </a:solidFill>
                <a:latin typeface="ui-sans-serif"/>
              </a:rPr>
              <a:t>Legacy Tree Module – Visualizes knowledge sharing network</a:t>
            </a:r>
          </a:p>
          <a:p>
            <a:r>
              <a:rPr lang="en-US" sz="2400" dirty="0">
                <a:solidFill>
                  <a:srgbClr val="0D0D0D"/>
                </a:solidFill>
                <a:latin typeface="ui-sans-serif"/>
              </a:rPr>
              <a:t>Community Interaction Module – Connects users globally</a:t>
            </a:r>
            <a:endParaRPr lang="en-US" sz="2400"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r>
              <a:rPr lang="en-US" sz="2400" dirty="0"/>
              <a:t>Develop a platform for exchanging human experiences</a:t>
            </a:r>
          </a:p>
          <a:p>
            <a:r>
              <a:rPr lang="en-US" sz="2400" dirty="0"/>
              <a:t>Promote peer-to-peer learning and mentorship</a:t>
            </a:r>
          </a:p>
          <a:p>
            <a:r>
              <a:rPr lang="en-US" sz="2400" dirty="0"/>
              <a:t>Provide accessible knowledge sharing globally</a:t>
            </a:r>
          </a:p>
          <a:p>
            <a:r>
              <a:rPr lang="en-US" sz="2400" dirty="0"/>
              <a:t>Implement modern web development concepts</a:t>
            </a:r>
          </a:p>
          <a:p>
            <a:r>
              <a:rPr lang="en-US" sz="2400" dirty="0"/>
              <a:t>Integrate data structures and algorithms concepts</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fontScale="92500" lnSpcReduction="10000"/>
          </a:bodyPr>
          <a:lstStyle/>
          <a:p>
            <a:pPr marL="0" indent="0">
              <a:buNone/>
            </a:pPr>
            <a:r>
              <a:rPr lang="en-US" dirty="0"/>
              <a:t>1. CO1</a:t>
            </a:r>
            <a:br>
              <a:rPr lang="en-US" dirty="0"/>
            </a:br>
            <a:r>
              <a:rPr lang="en-US" dirty="0"/>
              <a:t>• Implemented HTML document structure</a:t>
            </a:r>
            <a:br>
              <a:rPr lang="en-US" dirty="0"/>
            </a:br>
            <a:r>
              <a:rPr lang="en-US" dirty="0"/>
              <a:t>• Used CSS styling and layout techniques</a:t>
            </a:r>
          </a:p>
          <a:p>
            <a:pPr marL="0" indent="0">
              <a:buNone/>
            </a:pPr>
            <a:r>
              <a:rPr lang="en-US" dirty="0"/>
              <a:t>2. CO2</a:t>
            </a:r>
            <a:br>
              <a:rPr lang="en-US" dirty="0"/>
            </a:br>
            <a:r>
              <a:rPr lang="en-US" dirty="0"/>
              <a:t>• Developed forms and input validation</a:t>
            </a:r>
            <a:br>
              <a:rPr lang="en-US" dirty="0"/>
            </a:br>
            <a:r>
              <a:rPr lang="en-US" dirty="0"/>
              <a:t>• Implemented responsive layouts</a:t>
            </a:r>
          </a:p>
          <a:p>
            <a:pPr marL="0" indent="0">
              <a:buNone/>
            </a:pPr>
            <a:r>
              <a:rPr lang="en-US" dirty="0"/>
              <a:t>3. CO3</a:t>
            </a:r>
            <a:br>
              <a:rPr lang="en-US" dirty="0"/>
            </a:br>
            <a:r>
              <a:rPr lang="en-US" dirty="0"/>
              <a:t>• Applied JavaScript fundamentals and functions</a:t>
            </a:r>
            <a:br>
              <a:rPr lang="en-US" dirty="0"/>
            </a:br>
            <a:r>
              <a:rPr lang="en-US" dirty="0"/>
              <a:t>• Used arrays, objects and control structures</a:t>
            </a:r>
          </a:p>
          <a:p>
            <a:pPr marL="0" indent="0">
              <a:buNone/>
            </a:pPr>
            <a:r>
              <a:rPr lang="en-US" dirty="0"/>
              <a:t>4. CO4</a:t>
            </a:r>
            <a:br>
              <a:rPr lang="en-US" dirty="0"/>
            </a:br>
            <a:r>
              <a:rPr lang="en-US" dirty="0"/>
              <a:t>• Implemented DOM manipulation</a:t>
            </a:r>
            <a:br>
              <a:rPr lang="en-US" dirty="0"/>
            </a:br>
            <a:r>
              <a:rPr lang="en-US" dirty="0"/>
              <a:t>• Used event handling for interactive features</a:t>
            </a: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a:bodyPr>
          <a:lstStyle/>
          <a:p>
            <a:pPr marL="0" indent="0">
              <a:buNone/>
            </a:pPr>
            <a:r>
              <a:rPr lang="en-US" dirty="0"/>
              <a:t>1. CO1</a:t>
            </a:r>
            <a:br>
              <a:rPr lang="en-US" dirty="0"/>
            </a:br>
            <a:r>
              <a:rPr lang="en-US" dirty="0"/>
              <a:t>• Applied algorithm analysis concepts</a:t>
            </a:r>
            <a:br>
              <a:rPr lang="en-US" dirty="0"/>
            </a:br>
            <a:r>
              <a:rPr lang="en-US" dirty="0"/>
              <a:t>• Used searching and sorting logic</a:t>
            </a:r>
          </a:p>
          <a:p>
            <a:pPr marL="0" indent="0">
              <a:buNone/>
            </a:pPr>
            <a:r>
              <a:rPr lang="en-US" dirty="0"/>
              <a:t>2. CO2</a:t>
            </a:r>
            <a:br>
              <a:rPr lang="en-US" dirty="0"/>
            </a:br>
            <a:r>
              <a:rPr lang="en-US" dirty="0"/>
              <a:t>• Implemented linked list concepts for structured data</a:t>
            </a:r>
          </a:p>
          <a:p>
            <a:pPr marL="0" indent="0">
              <a:buNone/>
            </a:pPr>
            <a:r>
              <a:rPr lang="en-US" dirty="0"/>
              <a:t>3. CO3</a:t>
            </a:r>
            <a:br>
              <a:rPr lang="en-US" dirty="0"/>
            </a:br>
            <a:r>
              <a:rPr lang="en-US" dirty="0"/>
              <a:t>• Used stack and queue data structures</a:t>
            </a:r>
          </a:p>
          <a:p>
            <a:pPr marL="0" indent="0">
              <a:buNone/>
            </a:pPr>
            <a:r>
              <a:rPr lang="en-US" dirty="0"/>
              <a:t>4. CO4</a:t>
            </a:r>
            <a:br>
              <a:rPr lang="en-US" dirty="0"/>
            </a:br>
            <a:r>
              <a:rPr lang="en-US" dirty="0"/>
              <a:t>• Applied hashing techniques for efficient data lookup</a:t>
            </a:r>
          </a:p>
          <a:p>
            <a:pPr marL="457200" lvl="1" indent="0">
              <a:buNone/>
            </a:pPr>
            <a:endParaRPr lang="en-IN"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43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pic>
        <p:nvPicPr>
          <p:cNvPr id="8" name="Content Placeholder 7">
            <a:extLst>
              <a:ext uri="{FF2B5EF4-FFF2-40B4-BE49-F238E27FC236}">
                <a16:creationId xmlns:a16="http://schemas.microsoft.com/office/drawing/2014/main" id="{5B19CDA4-ADEA-D349-C086-5BD37D44A810}"/>
              </a:ext>
            </a:extLst>
          </p:cNvPr>
          <p:cNvPicPr>
            <a:picLocks noGrp="1" noChangeAspect="1"/>
          </p:cNvPicPr>
          <p:nvPr>
            <p:ph idx="1"/>
          </p:nvPr>
        </p:nvPicPr>
        <p:blipFill>
          <a:blip r:embed="rId2"/>
          <a:stretch>
            <a:fillRect/>
          </a:stretch>
        </p:blipFill>
        <p:spPr>
          <a:xfrm>
            <a:off x="838201" y="1871976"/>
            <a:ext cx="4377612" cy="4183591"/>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10" name="Picture 9">
            <a:extLst>
              <a:ext uri="{FF2B5EF4-FFF2-40B4-BE49-F238E27FC236}">
                <a16:creationId xmlns:a16="http://schemas.microsoft.com/office/drawing/2014/main" id="{DA34023A-2FB7-F4B0-2F4F-EBE602495460}"/>
              </a:ext>
            </a:extLst>
          </p:cNvPr>
          <p:cNvPicPr>
            <a:picLocks noChangeAspect="1"/>
          </p:cNvPicPr>
          <p:nvPr/>
        </p:nvPicPr>
        <p:blipFill>
          <a:blip r:embed="rId3"/>
          <a:stretch>
            <a:fillRect/>
          </a:stretch>
        </p:blipFill>
        <p:spPr>
          <a:xfrm>
            <a:off x="6268616" y="1690688"/>
            <a:ext cx="4114800" cy="4183591"/>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A27C9A7-F530-E634-1B99-4A3687935097}"/>
              </a:ext>
            </a:extLst>
          </p:cNvPr>
          <p:cNvPicPr>
            <a:picLocks noGrp="1" noChangeAspect="1"/>
          </p:cNvPicPr>
          <p:nvPr>
            <p:ph idx="1"/>
          </p:nvPr>
        </p:nvPicPr>
        <p:blipFill>
          <a:blip r:embed="rId2"/>
          <a:stretch>
            <a:fillRect/>
          </a:stretch>
        </p:blipFill>
        <p:spPr>
          <a:xfrm>
            <a:off x="681133" y="1800759"/>
            <a:ext cx="4114800" cy="3415102"/>
          </a:xfrm>
          <a:prstGeom prst="rect">
            <a:avLst/>
          </a:prstGeom>
        </p:spPr>
      </p:pic>
      <p:sp>
        <p:nvSpPr>
          <p:cNvPr id="4" name="Date Placeholder 3">
            <a:extLst>
              <a:ext uri="{FF2B5EF4-FFF2-40B4-BE49-F238E27FC236}">
                <a16:creationId xmlns:a16="http://schemas.microsoft.com/office/drawing/2014/main" id="{23F62842-E40C-B75A-3CDE-EBE3E138CB4A}"/>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C02E411C-444C-C5B4-D572-2F00D4B045D9}"/>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0928D6D-3857-52A3-48F1-3F7248227F0C}"/>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10" name="Picture 9">
            <a:extLst>
              <a:ext uri="{FF2B5EF4-FFF2-40B4-BE49-F238E27FC236}">
                <a16:creationId xmlns:a16="http://schemas.microsoft.com/office/drawing/2014/main" id="{987ABCB9-2471-9E8E-DB96-9F62387121FC}"/>
              </a:ext>
            </a:extLst>
          </p:cNvPr>
          <p:cNvPicPr>
            <a:picLocks noChangeAspect="1"/>
          </p:cNvPicPr>
          <p:nvPr/>
        </p:nvPicPr>
        <p:blipFill>
          <a:blip r:embed="rId3"/>
          <a:stretch>
            <a:fillRect/>
          </a:stretch>
        </p:blipFill>
        <p:spPr>
          <a:xfrm>
            <a:off x="5617028" y="1520888"/>
            <a:ext cx="5603891" cy="4432041"/>
          </a:xfrm>
          <a:prstGeom prst="rect">
            <a:avLst/>
          </a:prstGeom>
        </p:spPr>
      </p:pic>
      <p:sp>
        <p:nvSpPr>
          <p:cNvPr id="11" name="Title 1">
            <a:extLst>
              <a:ext uri="{FF2B5EF4-FFF2-40B4-BE49-F238E27FC236}">
                <a16:creationId xmlns:a16="http://schemas.microsoft.com/office/drawing/2014/main" id="{AE05459F-0A42-D62B-3882-F49151650641}"/>
              </a:ext>
            </a:extLst>
          </p:cNvPr>
          <p:cNvSpPr>
            <a:spLocks noGrp="1"/>
          </p:cNvSpPr>
          <p:nvPr>
            <p:ph type="title"/>
          </p:nvPr>
        </p:nvSpPr>
        <p:spPr>
          <a:xfrm>
            <a:off x="838200" y="365125"/>
            <a:ext cx="10515600" cy="1325563"/>
          </a:xfrm>
        </p:spPr>
        <p:txBody>
          <a:bodyPr/>
          <a:lstStyle/>
          <a:p>
            <a:r>
              <a:rPr lang="en-US" dirty="0"/>
              <a:t>Screenshots for FWD</a:t>
            </a:r>
          </a:p>
        </p:txBody>
      </p:sp>
    </p:spTree>
    <p:extLst>
      <p:ext uri="{BB962C8B-B14F-4D97-AF65-F5344CB8AC3E}">
        <p14:creationId xmlns:p14="http://schemas.microsoft.com/office/powerpoint/2010/main" val="2953137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D2EE31-61F5-522A-24A0-0F714C9525FF}"/>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AE08A69B-229F-16BB-8BD5-1AFFA01C115A}"/>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824D29DE-ADCD-381D-A94D-C7EAAD2AB319}"/>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6" name="Picture 5">
            <a:extLst>
              <a:ext uri="{FF2B5EF4-FFF2-40B4-BE49-F238E27FC236}">
                <a16:creationId xmlns:a16="http://schemas.microsoft.com/office/drawing/2014/main" id="{9570F55E-5A3C-76E0-66B7-48B635B3601C}"/>
              </a:ext>
            </a:extLst>
          </p:cNvPr>
          <p:cNvPicPr>
            <a:picLocks noChangeAspect="1"/>
          </p:cNvPicPr>
          <p:nvPr/>
        </p:nvPicPr>
        <p:blipFill>
          <a:blip r:embed="rId2"/>
          <a:stretch>
            <a:fillRect/>
          </a:stretch>
        </p:blipFill>
        <p:spPr>
          <a:xfrm>
            <a:off x="485192" y="1357341"/>
            <a:ext cx="4581330" cy="4590661"/>
          </a:xfrm>
          <a:prstGeom prst="rect">
            <a:avLst/>
          </a:prstGeom>
        </p:spPr>
      </p:pic>
      <p:pic>
        <p:nvPicPr>
          <p:cNvPr id="8" name="Picture 7">
            <a:extLst>
              <a:ext uri="{FF2B5EF4-FFF2-40B4-BE49-F238E27FC236}">
                <a16:creationId xmlns:a16="http://schemas.microsoft.com/office/drawing/2014/main" id="{71FBB70C-1370-5E60-4F26-F06998697C78}"/>
              </a:ext>
            </a:extLst>
          </p:cNvPr>
          <p:cNvPicPr>
            <a:picLocks noChangeAspect="1"/>
          </p:cNvPicPr>
          <p:nvPr/>
        </p:nvPicPr>
        <p:blipFill>
          <a:blip r:embed="rId3"/>
          <a:stretch>
            <a:fillRect/>
          </a:stretch>
        </p:blipFill>
        <p:spPr>
          <a:xfrm>
            <a:off x="5850293" y="1357341"/>
            <a:ext cx="5234473" cy="4569271"/>
          </a:xfrm>
          <a:prstGeom prst="rect">
            <a:avLst/>
          </a:prstGeom>
        </p:spPr>
      </p:pic>
      <p:sp>
        <p:nvSpPr>
          <p:cNvPr id="9" name="Title 1">
            <a:extLst>
              <a:ext uri="{FF2B5EF4-FFF2-40B4-BE49-F238E27FC236}">
                <a16:creationId xmlns:a16="http://schemas.microsoft.com/office/drawing/2014/main" id="{9C88DD5A-1745-7BCA-1924-C7774EA7F4A3}"/>
              </a:ext>
            </a:extLst>
          </p:cNvPr>
          <p:cNvSpPr txBox="1">
            <a:spLocks/>
          </p:cNvSpPr>
          <p:nvPr/>
        </p:nvSpPr>
        <p:spPr>
          <a:xfrm>
            <a:off x="726233"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Screenshots for DSA</a:t>
            </a:r>
          </a:p>
        </p:txBody>
      </p:sp>
    </p:spTree>
    <p:extLst>
      <p:ext uri="{BB962C8B-B14F-4D97-AF65-F5344CB8AC3E}">
        <p14:creationId xmlns:p14="http://schemas.microsoft.com/office/powerpoint/2010/main" val="3268464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D3BE6D-E809-FF72-F4F0-F5EA412EB8AE}"/>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DB65A83A-E3FF-D937-205C-982769156384}"/>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7E58BC7E-8858-6820-600D-6D110CDE0642}"/>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6" name="Picture 5">
            <a:extLst>
              <a:ext uri="{FF2B5EF4-FFF2-40B4-BE49-F238E27FC236}">
                <a16:creationId xmlns:a16="http://schemas.microsoft.com/office/drawing/2014/main" id="{E9AC59EF-AC64-5949-AA20-E3C8924A0C58}"/>
              </a:ext>
            </a:extLst>
          </p:cNvPr>
          <p:cNvPicPr>
            <a:picLocks noChangeAspect="1"/>
          </p:cNvPicPr>
          <p:nvPr/>
        </p:nvPicPr>
        <p:blipFill>
          <a:blip r:embed="rId2"/>
          <a:stretch>
            <a:fillRect/>
          </a:stretch>
        </p:blipFill>
        <p:spPr>
          <a:xfrm>
            <a:off x="442436" y="1347059"/>
            <a:ext cx="5653564" cy="4753557"/>
          </a:xfrm>
          <a:prstGeom prst="rect">
            <a:avLst/>
          </a:prstGeom>
        </p:spPr>
      </p:pic>
      <p:pic>
        <p:nvPicPr>
          <p:cNvPr id="8" name="Picture 7">
            <a:extLst>
              <a:ext uri="{FF2B5EF4-FFF2-40B4-BE49-F238E27FC236}">
                <a16:creationId xmlns:a16="http://schemas.microsoft.com/office/drawing/2014/main" id="{AEBDA700-C0A1-8B0D-0CE2-9EB8D52909A9}"/>
              </a:ext>
            </a:extLst>
          </p:cNvPr>
          <p:cNvPicPr>
            <a:picLocks noChangeAspect="1"/>
          </p:cNvPicPr>
          <p:nvPr/>
        </p:nvPicPr>
        <p:blipFill>
          <a:blip r:embed="rId3"/>
          <a:stretch>
            <a:fillRect/>
          </a:stretch>
        </p:blipFill>
        <p:spPr>
          <a:xfrm>
            <a:off x="6454123" y="1347059"/>
            <a:ext cx="5031861" cy="4683967"/>
          </a:xfrm>
          <a:prstGeom prst="rect">
            <a:avLst/>
          </a:prstGeom>
        </p:spPr>
      </p:pic>
      <p:sp>
        <p:nvSpPr>
          <p:cNvPr id="9" name="Title 1">
            <a:extLst>
              <a:ext uri="{FF2B5EF4-FFF2-40B4-BE49-F238E27FC236}">
                <a16:creationId xmlns:a16="http://schemas.microsoft.com/office/drawing/2014/main" id="{8EBD027B-CA08-158B-324E-391FE34D9475}"/>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Screenshots for DSA</a:t>
            </a:r>
          </a:p>
        </p:txBody>
      </p:sp>
    </p:spTree>
    <p:extLst>
      <p:ext uri="{BB962C8B-B14F-4D97-AF65-F5344CB8AC3E}">
        <p14:creationId xmlns:p14="http://schemas.microsoft.com/office/powerpoint/2010/main" val="2419388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pPr marL="0" indent="0">
              <a:buNone/>
            </a:pPr>
            <a:r>
              <a:rPr lang="en-US" sz="2400" dirty="0"/>
              <a:t>•</a:t>
            </a:r>
            <a:r>
              <a:rPr lang="en-US" dirty="0"/>
              <a:t> </a:t>
            </a:r>
            <a:r>
              <a:rPr lang="en-US" sz="2400" dirty="0"/>
              <a:t>Marketplace of Human Wisdom enables real experience sharing</a:t>
            </a:r>
            <a:br>
              <a:rPr lang="en-US" sz="2400" dirty="0"/>
            </a:br>
            <a:r>
              <a:rPr lang="en-US" sz="2400" dirty="0"/>
              <a:t>• Provides a decentralized learning environment</a:t>
            </a:r>
            <a:br>
              <a:rPr lang="en-US" sz="2400" dirty="0"/>
            </a:br>
            <a:r>
              <a:rPr lang="en-US" sz="2400" dirty="0"/>
              <a:t>• Encourages mentorship and collaboration</a:t>
            </a:r>
            <a:br>
              <a:rPr lang="en-US" sz="2400" dirty="0"/>
            </a:br>
            <a:r>
              <a:rPr lang="en-US" sz="2400" dirty="0"/>
              <a:t>• Integrates Web Development and DSA concepts</a:t>
            </a:r>
            <a:br>
              <a:rPr lang="en-US" sz="2400" dirty="0"/>
            </a:br>
            <a:r>
              <a:rPr lang="en-US" sz="2400" dirty="0"/>
              <a:t>• Demonstrates practical implementation of programming skills</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85891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10" name="Picture 9">
            <a:extLst>
              <a:ext uri="{FF2B5EF4-FFF2-40B4-BE49-F238E27FC236}">
                <a16:creationId xmlns:a16="http://schemas.microsoft.com/office/drawing/2014/main" id="{E5EFF3AF-6C2F-9071-F460-4C31210F6111}"/>
              </a:ext>
            </a:extLst>
          </p:cNvPr>
          <p:cNvPicPr>
            <a:picLocks noChangeAspect="1"/>
          </p:cNvPicPr>
          <p:nvPr/>
        </p:nvPicPr>
        <p:blipFill>
          <a:blip r:embed="rId2"/>
          <a:stretch>
            <a:fillRect/>
          </a:stretch>
        </p:blipFill>
        <p:spPr>
          <a:xfrm>
            <a:off x="382555" y="2194897"/>
            <a:ext cx="5617029" cy="4161453"/>
          </a:xfrm>
          <a:prstGeom prst="rect">
            <a:avLst/>
          </a:prstGeom>
        </p:spPr>
      </p:pic>
      <p:pic>
        <p:nvPicPr>
          <p:cNvPr id="12" name="Picture 11">
            <a:extLst>
              <a:ext uri="{FF2B5EF4-FFF2-40B4-BE49-F238E27FC236}">
                <a16:creationId xmlns:a16="http://schemas.microsoft.com/office/drawing/2014/main" id="{8961574D-0A4B-BFAE-3A24-4613BB4A95B1}"/>
              </a:ext>
            </a:extLst>
          </p:cNvPr>
          <p:cNvPicPr>
            <a:picLocks noChangeAspect="1"/>
          </p:cNvPicPr>
          <p:nvPr/>
        </p:nvPicPr>
        <p:blipFill>
          <a:blip r:embed="rId3"/>
          <a:stretch>
            <a:fillRect/>
          </a:stretch>
        </p:blipFill>
        <p:spPr>
          <a:xfrm>
            <a:off x="6455229" y="2194897"/>
            <a:ext cx="5445967" cy="4161453"/>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8AAB5BC-F29C-9B3A-22AA-FFDB9CA6F6A0}"/>
              </a:ext>
            </a:extLst>
          </p:cNvPr>
          <p:cNvSpPr>
            <a:spLocks noGrp="1"/>
          </p:cNvSpPr>
          <p:nvPr>
            <p:ph type="title"/>
          </p:nvPr>
        </p:nvSpPr>
        <p:spPr/>
        <p:txBody>
          <a:bodyPr/>
          <a:lstStyle/>
          <a:p>
            <a:r>
              <a:rPr lang="en-US" dirty="0"/>
              <a:t>Geo- Tag Photos</a:t>
            </a:r>
            <a:endParaRPr lang="en-IN" dirty="0"/>
          </a:p>
        </p:txBody>
      </p:sp>
      <p:sp>
        <p:nvSpPr>
          <p:cNvPr id="4" name="Date Placeholder 3">
            <a:extLst>
              <a:ext uri="{FF2B5EF4-FFF2-40B4-BE49-F238E27FC236}">
                <a16:creationId xmlns:a16="http://schemas.microsoft.com/office/drawing/2014/main" id="{36618873-164F-4503-42AF-B51E6E4B52C4}"/>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BBAE66A6-5B23-6CA6-4788-A9F3018FF8CD}"/>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F919DFE-3470-BB7D-EE34-0EF44DA5E3D4}"/>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2" name="Picture 11">
            <a:extLst>
              <a:ext uri="{FF2B5EF4-FFF2-40B4-BE49-F238E27FC236}">
                <a16:creationId xmlns:a16="http://schemas.microsoft.com/office/drawing/2014/main" id="{C1090263-0191-2444-05EC-7CEB338D49FC}"/>
              </a:ext>
            </a:extLst>
          </p:cNvPr>
          <p:cNvPicPr>
            <a:picLocks noChangeAspect="1"/>
          </p:cNvPicPr>
          <p:nvPr/>
        </p:nvPicPr>
        <p:blipFill>
          <a:blip r:embed="rId2"/>
          <a:stretch>
            <a:fillRect/>
          </a:stretch>
        </p:blipFill>
        <p:spPr>
          <a:xfrm>
            <a:off x="503852" y="2211354"/>
            <a:ext cx="5592148" cy="3862873"/>
          </a:xfrm>
          <a:prstGeom prst="rect">
            <a:avLst/>
          </a:prstGeom>
        </p:spPr>
      </p:pic>
      <p:pic>
        <p:nvPicPr>
          <p:cNvPr id="14" name="Picture 13">
            <a:extLst>
              <a:ext uri="{FF2B5EF4-FFF2-40B4-BE49-F238E27FC236}">
                <a16:creationId xmlns:a16="http://schemas.microsoft.com/office/drawing/2014/main" id="{9FF1BFF2-C4B8-5D11-4FC7-BA7926F68C2A}"/>
              </a:ext>
            </a:extLst>
          </p:cNvPr>
          <p:cNvPicPr>
            <a:picLocks noChangeAspect="1"/>
          </p:cNvPicPr>
          <p:nvPr/>
        </p:nvPicPr>
        <p:blipFill>
          <a:blip r:embed="rId3"/>
          <a:stretch>
            <a:fillRect/>
          </a:stretch>
        </p:blipFill>
        <p:spPr>
          <a:xfrm>
            <a:off x="6428793" y="2213558"/>
            <a:ext cx="5259355" cy="3860669"/>
          </a:xfrm>
          <a:prstGeom prst="rect">
            <a:avLst/>
          </a:prstGeom>
        </p:spPr>
      </p:pic>
    </p:spTree>
    <p:extLst>
      <p:ext uri="{BB962C8B-B14F-4D97-AF65-F5344CB8AC3E}">
        <p14:creationId xmlns:p14="http://schemas.microsoft.com/office/powerpoint/2010/main" val="1368464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7EA45-7244-1C00-A089-F42FBAC4216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161E478-AC02-271A-8A7E-692B333A1899}"/>
              </a:ext>
            </a:extLst>
          </p:cNvPr>
          <p:cNvSpPr>
            <a:spLocks noGrp="1"/>
          </p:cNvSpPr>
          <p:nvPr>
            <p:ph type="title"/>
          </p:nvPr>
        </p:nvSpPr>
        <p:spPr/>
        <p:txBody>
          <a:bodyPr/>
          <a:lstStyle/>
          <a:p>
            <a:r>
              <a:rPr lang="en-US" dirty="0"/>
              <a:t>Geo- Tag Photos</a:t>
            </a:r>
            <a:endParaRPr lang="en-IN" dirty="0"/>
          </a:p>
        </p:txBody>
      </p:sp>
      <p:sp>
        <p:nvSpPr>
          <p:cNvPr id="4" name="Date Placeholder 3">
            <a:extLst>
              <a:ext uri="{FF2B5EF4-FFF2-40B4-BE49-F238E27FC236}">
                <a16:creationId xmlns:a16="http://schemas.microsoft.com/office/drawing/2014/main" id="{F4FCB168-F016-60A1-4C84-271C504094BD}"/>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E0C97E56-AE47-68AB-FE13-AA9B9FDF74F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01FD64A-8D47-519B-0842-A5C3DCC7B2FD}"/>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3" name="Picture 2">
            <a:extLst>
              <a:ext uri="{FF2B5EF4-FFF2-40B4-BE49-F238E27FC236}">
                <a16:creationId xmlns:a16="http://schemas.microsoft.com/office/drawing/2014/main" id="{9AAB78D6-4334-3403-541D-CDEE78B85B68}"/>
              </a:ext>
            </a:extLst>
          </p:cNvPr>
          <p:cNvPicPr>
            <a:picLocks noChangeAspect="1"/>
          </p:cNvPicPr>
          <p:nvPr/>
        </p:nvPicPr>
        <p:blipFill>
          <a:blip r:embed="rId2"/>
          <a:stretch>
            <a:fillRect/>
          </a:stretch>
        </p:blipFill>
        <p:spPr>
          <a:xfrm>
            <a:off x="970384" y="1742184"/>
            <a:ext cx="8935616" cy="4562669"/>
          </a:xfrm>
          <a:prstGeom prst="rect">
            <a:avLst/>
          </a:prstGeom>
        </p:spPr>
      </p:pic>
    </p:spTree>
    <p:extLst>
      <p:ext uri="{BB962C8B-B14F-4D97-AF65-F5344CB8AC3E}">
        <p14:creationId xmlns:p14="http://schemas.microsoft.com/office/powerpoint/2010/main" val="67914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3765</TotalTime>
  <Words>650</Words>
  <Application>Microsoft Office PowerPoint</Application>
  <PresentationFormat>Widescreen</PresentationFormat>
  <Paragraphs>114</Paragraphs>
  <Slides>18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Calibri</vt:lpstr>
      <vt:lpstr>Calibri Light</vt:lpstr>
      <vt:lpstr>Times New Roman</vt:lpstr>
      <vt:lpstr>ui-sans-serif</vt:lpstr>
      <vt:lpstr>Office Theme</vt:lpstr>
      <vt:lpstr>Custom Design</vt:lpstr>
      <vt:lpstr>Title: The Market Place For Human Wisdom</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Screenshots for FWD</vt:lpstr>
      <vt:lpstr>PowerPoint Presentation</vt:lpstr>
      <vt:lpstr>PowerPoint Presentation</vt:lpstr>
      <vt:lpstr>Conclusion</vt:lpstr>
      <vt:lpstr>Geo- Tag Photos</vt:lpstr>
      <vt:lpstr>Geo- Tag Photos</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Dropathi Vinyasri</cp:lastModifiedBy>
  <cp:revision>52</cp:revision>
  <dcterms:created xsi:type="dcterms:W3CDTF">2022-05-20T10:20:31Z</dcterms:created>
  <dcterms:modified xsi:type="dcterms:W3CDTF">2026-03-09T09:42:04Z</dcterms:modified>
</cp:coreProperties>
</file>